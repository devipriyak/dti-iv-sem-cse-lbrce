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7" r:id="rId4"/>
    <p:sldId id="290" r:id="rId5"/>
    <p:sldId id="293" r:id="rId6"/>
    <p:sldId id="294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906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2B70-01B8-0038-AFEF-ACF303079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1DA742A5-BDAB-5485-850B-A9A3534BD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86634768-63F3-46B2-9002-50CBC17895D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D55C6E0D-CD17-1942-14B7-01AB92A52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871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Design Thinking and Innovation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3141" y="1971915"/>
            <a:ext cx="5924550" cy="320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185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Problem Statement(Empathy)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B1D8321-DF66-7AB5-BFB8-8023E9665037}"/>
              </a:ext>
            </a:extLst>
          </p:cNvPr>
          <p:cNvGrpSpPr/>
          <p:nvPr/>
        </p:nvGrpSpPr>
        <p:grpSpPr>
          <a:xfrm>
            <a:off x="200272" y="124199"/>
            <a:ext cx="11895153" cy="6624303"/>
            <a:chOff x="143122" y="105149"/>
            <a:chExt cx="11895153" cy="6624303"/>
          </a:xfrm>
        </p:grpSpPr>
        <p:pic>
          <p:nvPicPr>
            <p:cNvPr id="3" name="Picture 2" descr="Problem statement canvas for startups and innovation teams">
              <a:extLst>
                <a:ext uri="{FF2B5EF4-FFF2-40B4-BE49-F238E27FC236}">
                  <a16:creationId xmlns:a16="http://schemas.microsoft.com/office/drawing/2014/main" id="{636ED3DA-CF37-80DB-12D3-CDE9D8FF5B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122" y="1075149"/>
              <a:ext cx="11895153" cy="5654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214BFF2-E6EE-5CA7-6DB9-535F800AC7C8}"/>
                </a:ext>
              </a:extLst>
            </p:cNvPr>
            <p:cNvSpPr txBox="1"/>
            <p:nvPr/>
          </p:nvSpPr>
          <p:spPr>
            <a:xfrm>
              <a:off x="6623437" y="632525"/>
              <a:ext cx="5287616" cy="400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Who is your Customer Segment: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A764482-D654-4D76-B959-E1F14D467D9B}"/>
                </a:ext>
              </a:extLst>
            </p:cNvPr>
            <p:cNvSpPr txBox="1"/>
            <p:nvPr/>
          </p:nvSpPr>
          <p:spPr>
            <a:xfrm>
              <a:off x="6623436" y="208095"/>
              <a:ext cx="5287617" cy="400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Idea/Innovation Title:</a:t>
              </a:r>
            </a:p>
            <a:p>
              <a:r>
                <a:rPr lang="en-IN" sz="1000" dirty="0">
                  <a:solidFill>
                    <a:srgbClr val="C00000"/>
                  </a:solidFill>
                </a:rPr>
                <a:t>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AFD8B0-95D1-744F-322C-B9EDB8841D22}"/>
                </a:ext>
              </a:extLst>
            </p:cNvPr>
            <p:cNvSpPr txBox="1"/>
            <p:nvPr/>
          </p:nvSpPr>
          <p:spPr>
            <a:xfrm>
              <a:off x="365890" y="779963"/>
              <a:ext cx="4207621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Prepared By: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F66E379-0356-918F-E348-B70E0BCDE04E}"/>
                </a:ext>
              </a:extLst>
            </p:cNvPr>
            <p:cNvSpPr txBox="1"/>
            <p:nvPr/>
          </p:nvSpPr>
          <p:spPr>
            <a:xfrm>
              <a:off x="365890" y="105149"/>
              <a:ext cx="4207621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solidFill>
                    <a:srgbClr val="C00000"/>
                  </a:solidFill>
                </a:rPr>
                <a:t>Problem Statement Canvas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CDF4F2-4E38-0379-6AAE-AA797824578E}"/>
                </a:ext>
              </a:extLst>
            </p:cNvPr>
            <p:cNvSpPr txBox="1"/>
            <p:nvPr/>
          </p:nvSpPr>
          <p:spPr>
            <a:xfrm>
              <a:off x="4676879" y="197377"/>
              <a:ext cx="1803434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YUKTI Proto ID: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4835E-558E-C238-9DCC-D98EBD9CABEA}"/>
                </a:ext>
              </a:extLst>
            </p:cNvPr>
            <p:cNvSpPr txBox="1"/>
            <p:nvPr/>
          </p:nvSpPr>
          <p:spPr>
            <a:xfrm>
              <a:off x="4676879" y="510355"/>
              <a:ext cx="1803434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Date of Submission: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7E7255-6745-D8CB-57AD-1347CCC1DFFB}"/>
                </a:ext>
              </a:extLst>
            </p:cNvPr>
            <p:cNvSpPr txBox="1"/>
            <p:nvPr/>
          </p:nvSpPr>
          <p:spPr>
            <a:xfrm>
              <a:off x="4676879" y="807050"/>
              <a:ext cx="1803434" cy="2462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Contact No: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2B9958E-46F3-C18A-F75B-589DF593CC85}"/>
                </a:ext>
              </a:extLst>
            </p:cNvPr>
            <p:cNvSpPr txBox="1"/>
            <p:nvPr/>
          </p:nvSpPr>
          <p:spPr>
            <a:xfrm>
              <a:off x="277903" y="1991205"/>
              <a:ext cx="3642090" cy="178510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4E5A093-69C0-54A9-AA2B-3B38844C820A}"/>
                </a:ext>
              </a:extLst>
            </p:cNvPr>
            <p:cNvSpPr txBox="1"/>
            <p:nvPr/>
          </p:nvSpPr>
          <p:spPr>
            <a:xfrm>
              <a:off x="4269653" y="1991205"/>
              <a:ext cx="3642090" cy="178510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DF475F1-719D-811E-A13D-B606E0550AAE}"/>
                </a:ext>
              </a:extLst>
            </p:cNvPr>
            <p:cNvSpPr txBox="1"/>
            <p:nvPr/>
          </p:nvSpPr>
          <p:spPr>
            <a:xfrm>
              <a:off x="8261403" y="1991205"/>
              <a:ext cx="3642090" cy="178510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645FB3D-915D-34CB-C4C9-91A19FA82997}"/>
                </a:ext>
              </a:extLst>
            </p:cNvPr>
            <p:cNvSpPr txBox="1"/>
            <p:nvPr/>
          </p:nvSpPr>
          <p:spPr>
            <a:xfrm>
              <a:off x="277903" y="4767535"/>
              <a:ext cx="3642090" cy="178510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60D01A7-EEB9-134B-5FC8-77E1C64C1C27}"/>
                </a:ext>
              </a:extLst>
            </p:cNvPr>
            <p:cNvSpPr txBox="1"/>
            <p:nvPr/>
          </p:nvSpPr>
          <p:spPr>
            <a:xfrm>
              <a:off x="8261403" y="4692365"/>
              <a:ext cx="3642090" cy="178510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3DB2B29-648A-E46E-44C5-65CC990B535E}"/>
                </a:ext>
              </a:extLst>
            </p:cNvPr>
            <p:cNvSpPr txBox="1"/>
            <p:nvPr/>
          </p:nvSpPr>
          <p:spPr>
            <a:xfrm>
              <a:off x="4269653" y="4490536"/>
              <a:ext cx="3642090" cy="55399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70EABA9-7906-838D-E281-FA5A6025BFEE}"/>
                </a:ext>
              </a:extLst>
            </p:cNvPr>
            <p:cNvSpPr txBox="1"/>
            <p:nvPr/>
          </p:nvSpPr>
          <p:spPr>
            <a:xfrm>
              <a:off x="4269653" y="5923471"/>
              <a:ext cx="3642090" cy="55399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IN" sz="1000" dirty="0">
                  <a:solidFill>
                    <a:srgbClr val="C00000"/>
                  </a:solidFill>
                </a:rPr>
                <a:t>Your Answer:</a:t>
              </a:r>
            </a:p>
            <a:p>
              <a:endParaRPr lang="en-IN" sz="1000" dirty="0">
                <a:solidFill>
                  <a:srgbClr val="C00000"/>
                </a:solidFill>
              </a:endParaRPr>
            </a:p>
            <a:p>
              <a:endParaRPr lang="en-IN" sz="1000" dirty="0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A00AA-1270-17C5-3769-652547CDD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C926370-CA00-5FD1-BCBA-C833F842B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FA70241E-FD44-4BCB-67A9-255BACD48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>
            <a:extLst>
              <a:ext uri="{FF2B5EF4-FFF2-40B4-BE49-F238E27FC236}">
                <a16:creationId xmlns:a16="http://schemas.microsoft.com/office/drawing/2014/main" id="{A441E230-B1EB-7784-42B6-B967D01A2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2064921"/>
            <a:ext cx="12191999" cy="2923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 err="1">
                <a:latin typeface="Arial" pitchFamily="34" charset="0"/>
                <a:cs typeface="Arial" pitchFamily="34" charset="0"/>
              </a:rPr>
              <a:t>Objectivies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A8B7E-0130-1651-5716-B8A731050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584F806-F749-4A62-A0E8-194C08FD3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6A0FE163-B98F-2042-3B4A-58DFD7B026C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1198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highlight>
                  <a:srgbClr val="FFFF00"/>
                </a:highlight>
                <a:latin typeface="Arial" pitchFamily="34" charset="0"/>
                <a:cs typeface="Arial" pitchFamily="34" charset="0"/>
              </a:rPr>
              <a:t>SDG Goals addressed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7494</TotalTime>
  <Words>274</Words>
  <Application>Microsoft Office PowerPoint</Application>
  <PresentationFormat>Widescreen</PresentationFormat>
  <Paragraphs>114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Design Thinking and Innovation</vt:lpstr>
      <vt:lpstr> IDEA TITLE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Admin</cp:lastModifiedBy>
  <cp:revision>148</cp:revision>
  <dcterms:created xsi:type="dcterms:W3CDTF">2013-12-12T18:46:50Z</dcterms:created>
  <dcterms:modified xsi:type="dcterms:W3CDTF">2026-02-27T04:22:56Z</dcterms:modified>
  <cp:category/>
</cp:coreProperties>
</file>